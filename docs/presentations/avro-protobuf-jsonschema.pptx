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2011680" cy="635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4ECDC4"/>
                </a:solidFill>
              </a:rPr>
              <a:t>Avro vs Protobuf vs JSON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0">
                <a:solidFill>
                  <a:srgbClr val="FFFFFF"/>
                </a:solidFill>
              </a:rPr>
              <a:t>Picking the right serialization format for the job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4ECDC4"/>
                </a:solidFill>
              </a:rPr>
              <a:t>Wallace Espindola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Sr. Software Engineer / Solution Architect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</a:rPr>
              <a:t>wallace.espindola@gmail.com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</a:rPr>
              <a:t>linkedin.com/in/wallaceespindola   |   github.com/wallaceespindola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Why does the format even matter?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Every API call, every Kafka message, every stored record crosses a wire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The format decides payload size, speed and how safely schemas change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Pick wrong and you pay in bandwidth, latency or painful migrations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There is no single winner — each format owns a different boundary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Today: three formats, one User record, one live FastAPI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The three contenders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647" y="164592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1463040"/>
                <a:gridCol w="329184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4ECDC4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4ECDC4"/>
                          </a:solidFill>
                        </a:rPr>
                        <a:t>Born for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4ECDC4"/>
                          </a:solidFill>
                        </a:rPr>
                        <a:t>Encoding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4ECDC4"/>
                          </a:solidFill>
                        </a:rPr>
                        <a:t>Ecosystem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2744"/>
                          </a:solidFill>
                        </a:rPr>
                        <a:t>JSON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Validating JSON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REST, OpenAPI/Swagger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2744"/>
                          </a:solidFill>
                        </a:rPr>
                        <a:t>Protobuf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Fast service-to-service calls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Binary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gRPC, microservices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2744"/>
                          </a:solidFill>
                        </a:rPr>
                        <a:t>Avro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Long-lived streaming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Kafka, Spark, Flink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A667A"/>
                </a:solidFill>
              </a:rPr>
              <a:t>Same User record, three very different wire formats.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Contender 1: JSON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• A standard to describe and validate JSON documents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• Human-readable, browser-native, OpenAPI's backbone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514600"/>
            <a:ext cx="9966960" cy="3931920"/>
          </a:xfrm>
          <a:prstGeom prst="rect">
            <a:avLst/>
          </a:prstGeom>
          <a:solidFill>
            <a:srgbClr val="10182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 rIns="182880" bIns="137160"/>
          <a:lstStyle/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{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"$schema": "https://json-schema.org/draft/2020-12/schema",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"type": "object",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"properties": {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  "id":        {"type": "integer", "minimum": 1},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  "name":      {"type": "string", "minLength": 1},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  "email":     {"type": ["string", "null"], "format": "email"},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  "is_active": {"type": "boolean"}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},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"required": ["id", "name", "is_active"]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Contender 2: Protocol Buffers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• Compact binary format with .proto definitions and code generation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• Built for speed and tiny payloads — the gRPC native tongue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514600"/>
            <a:ext cx="9966960" cy="3291840"/>
          </a:xfrm>
          <a:prstGeom prst="rect">
            <a:avLst/>
          </a:prstGeom>
          <a:solidFill>
            <a:srgbClr val="10182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 rIns="182880" bIns="137160"/>
          <a:lstStyle/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syntax = "proto3";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package com.example;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message User {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int64 id = 1;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string name = 2;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string email = 3;       // proto3: empty string means "default"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bool is_active = 4;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5A667A"/>
                </a:solidFill>
              </a:rPr>
              <a:t>From this repo: schemas/user.proto  →  protoc --python_out=. user.proto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Contender 3: Apache Avro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• Binary format designed around schema evolution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• Schema travels with the data (or lives in a registry)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514600"/>
            <a:ext cx="9966960" cy="3931920"/>
          </a:xfrm>
          <a:prstGeom prst="rect">
            <a:avLst/>
          </a:prstGeom>
          <a:solidFill>
            <a:srgbClr val="10182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 rIns="182880" bIns="137160"/>
          <a:lstStyle/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{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"type": "record",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"name": "User",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"namespace": "com.example",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"fields": [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  {"name": "id", "type": "long"},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  {"name": "name", "type": "string"},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  {"name": "email", "type": ["null", "string"], "default": null},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  {"name": "is_active", "type": "boolean", "default": true}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  ]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Encoding: text vs binary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0D1B3E"/>
                </a:solidFill>
              </a:rPr>
              <a:t>JSON — text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   – You can read it, debug it in any browser tab, curl it by hand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   – Field names repeat in every single payload — verbose on the wire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D1B3E"/>
                </a:solidFill>
              </a:rPr>
              <a:t>Protobuf &amp; Avro — binary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   – No field names on the wire: numbers (Protobuf) or field order (Avro)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   – Much smaller payloads, but you need the schema to make sense of bytes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   – Debugging means tooling, not eyeballs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Schema evolution: Avro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The gold standard: reader schema vs writer schema resolution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Reader with a new schema can decode data written with an old one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Add fields with defaults, remove fields with defaults — both directions work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That's why Kafka + Schema Registry standardized on it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Old events stay readable for years — key for long-lived pipelines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Schema evolution: Protobuf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Fields are identified by numbers, not names — rename freely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Add new fields with new numbers: old readers just skip them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Never reuse or renumber a field — reserve retired numbers instead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proto3 gotcha: scalars have defaults; use optional for true field presence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Very good evolution, slightly more discipline required than Avro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Schema evolution: JSON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No built-in resolution — evolution is a convention, not a mechanism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Version your API (/v1, /v2) or version the schema document itself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Loosening rules is safe-ish; tightening breaks existing clients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additionalProperties: false makes every new field a breaking change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Works fine for REST — just plan versioning up front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Performance: the qualitative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0D1B3E"/>
                </a:solidFill>
              </a:rPr>
              <a:t>1. Protobuf — smallest payloads, fastest encode/decode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D1B3E"/>
                </a:solidFill>
              </a:rPr>
              <a:t>2. Avro — compact binary, close behind, evolution-focused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D1B3E"/>
                </a:solidFill>
              </a:rPr>
              <a:t>3. JSON — largest and slowest, but nothing beats its reach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Field names and quotes cost real bytes at scale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Binary formats shift cost from bandwidth to tooling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Measure with your own payloads before you commit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Live demo: one app, three formats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A2744"/>
                </a:solidFill>
              </a:rPr>
              <a:t>• The repo runs a FastAPI app serving all three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94560"/>
            <a:ext cx="9966960" cy="1554480"/>
          </a:xfrm>
          <a:prstGeom prst="rect">
            <a:avLst/>
          </a:prstGeom>
          <a:solidFill>
            <a:srgbClr val="10182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 rIns="182880" bIns="137160"/>
          <a:lstStyle/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git clone https://github.com/wallaceespindola/avro-protobuf-jsonschema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make proto   # generate user_pb2.py from user.proto</a:t>
            </a:r>
          </a:p>
          <a:p>
            <a:pPr algn="l"/>
            <a:r>
              <a:rPr sz="1500">
                <a:solidFill>
                  <a:srgbClr val="D8E4F0"/>
                </a:solidFill>
                <a:latin typeface="Courier New"/>
              </a:rPr>
              <a:t>make run     # uvicorn app.main:app --reload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2744"/>
                </a:solidFill>
              </a:rPr>
              <a:t>• Swagger UI: http://localhost:8000/docs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2744"/>
                </a:solidFill>
              </a:rPr>
              <a:t>• Health check: http://localhost:8000/health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2744"/>
                </a:solidFill>
              </a:rPr>
              <a:t>• Same User record flows through every endpoint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Demo: the three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647" y="164592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438912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4ECDC4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4ECDC4"/>
                          </a:solidFill>
                        </a:rPr>
                        <a:t>Content-Type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4ECDC4"/>
                          </a:solidFill>
                        </a:rPr>
                        <a:t>Under the hood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2744"/>
                          </a:solidFill>
                        </a:rPr>
                        <a:t>POST /json/user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application/json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Pydantic → JSON Schema via OpenAPI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2744"/>
                          </a:solidFill>
                        </a:rPr>
                        <a:t>POST /protobuf/user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application/x-protobuf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user_pb2.ParseFromString()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2744"/>
                          </a:solidFill>
                        </a:rPr>
                        <a:t>POST /avro/user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application/avro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fastavro schemaless_reader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A667A"/>
                </a:solidFill>
              </a:rPr>
              <a:t>Binary endpoints accept raw bytes, validate, echo the record back. Test clients: clients/test_protobuf_endpoint.py, clients/test_avro_endpoint.py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Demo: try it with curl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554480"/>
            <a:ext cx="9966960" cy="2926080"/>
          </a:xfrm>
          <a:prstGeom prst="rect">
            <a:avLst/>
          </a:prstGeom>
          <a:solidFill>
            <a:srgbClr val="10182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 rIns="182880" bIns="137160"/>
          <a:lstStyle/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curl -X POST "http://localhost:8000/json/user" \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-H "Content-Type: application/json" \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-d '{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"id": 1,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"name": "Wallace",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"email": "wallace@example.com",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"is_active": true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}'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2744"/>
                </a:solidFill>
              </a:rPr>
              <a:t>• JSON is the only one you can hand-write in a terminal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2744"/>
                </a:solidFill>
              </a:rPr>
              <a:t>• For Protobuf and Avro, the Python clients build the binary payloads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Decision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647" y="164592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94560"/>
                <a:gridCol w="493776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4ECDC4"/>
                          </a:solidFill>
                        </a:rPr>
                        <a:t>Boundary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4ECDC4"/>
                          </a:solidFill>
                        </a:rPr>
                        <a:t>Pick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4ECDC4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2744"/>
                          </a:solidFill>
                        </a:rPr>
                        <a:t>Public / browser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JSON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Readable, OpenAPI docs, zero client tooling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2744"/>
                          </a:solidFill>
                        </a:rPr>
                        <a:t>Internal microservices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Protobuf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Small, fast, gRPC-native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2744"/>
                          </a:solidFill>
                        </a:rPr>
                        <a:t>Data pipeline / 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Avro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2744"/>
                          </a:solidFill>
                        </a:rPr>
                        <a:t>Evolution + Kafka Schema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A667A"/>
                </a:solidFill>
              </a:rPr>
              <a:t>Ask: who reads this data, and for how long?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Real systems use all three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554480"/>
            <a:ext cx="8503920" cy="3657600"/>
          </a:xfrm>
          <a:prstGeom prst="rect">
            <a:avLst/>
          </a:prstGeom>
          <a:solidFill>
            <a:srgbClr val="10182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 rIns="182880" bIns="137160"/>
          <a:lstStyle/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Frontend / Public APIs  (JSON + JSON Schema via OpenAPI)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        |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        v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  API Gateway / BFF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        |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        v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Internal Services  (Protobuf + gRPC)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        |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            v</a:t>
            </a:r>
          </a:p>
          <a:p>
            <a:pPr algn="l"/>
            <a:r>
              <a:rPr sz="1600">
                <a:solidFill>
                  <a:srgbClr val="D8E4F0"/>
                </a:solidFill>
                <a:latin typeface="Courier New"/>
              </a:rPr>
              <a:t>Event Streaming / Data Platform  (Avro + Kafka + Registry)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D1B3E"/>
                </a:solidFill>
              </a:rPr>
              <a:t>This isn't overengineering — it's boundary-driven format selection.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D1B3E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Most used: JSON — the lingua franca of the web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Fastest and smallest: Protobuf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Best schema evolution for long-lived data: Avro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Choose per boundary, not per company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A2744"/>
                </a:solidFill>
              </a:rPr>
              <a:t>• Clone the repo and run all three in five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2011680" cy="635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4ECDC4"/>
                </a:solidFill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</a:rPr>
              <a:t>Repo (app + docs + clients):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ECDC4"/>
                </a:solidFill>
              </a:rPr>
              <a:t>github.com/wallaceespindola/avro-protobuf-jsonschema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Reference doc: docs/avro-protobuf-jsonschema-context.md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4ECDC4"/>
                </a:solidFill>
              </a:rPr>
              <a:t>Wallace Espindola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</a:rPr>
              <a:t>wallace.espindola@gmail.com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</a:rPr>
              <a:t>linkedin.com/in/wallaceespindola   |   github.com/wallaceespindola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</a:rPr>
              <a:t>Thanks!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